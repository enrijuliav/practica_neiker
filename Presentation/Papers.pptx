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B3448-A242-F8BB-16D8-F5514EF15D90}" v="32" dt="2025-10-03T11:41:17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NEIKER's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Enrique </a:t>
            </a:r>
            <a:r>
              <a:rPr lang="en-US" dirty="0" err="1"/>
              <a:t>Juliá</a:t>
            </a:r>
            <a:r>
              <a:rPr lang="en-US" dirty="0"/>
              <a:t> Arévalo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BE13-BFCE-F17F-F920-16D02735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05B5-82F7-880E-46D8-018256359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7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NEIKER's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2025-10-03T11:39:18Z</dcterms:created>
  <dcterms:modified xsi:type="dcterms:W3CDTF">2025-10-03T11:41:58Z</dcterms:modified>
</cp:coreProperties>
</file>